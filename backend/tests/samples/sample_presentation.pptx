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we review our Q4 platform modernization architecture and milestones.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Notice how the API gateway shields downstream microservices from DDoS and spike traffic.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benchmarks reflect our post-sharding performance across all production clusters.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developer commits require passing SAST and container vulnerability audits before merge.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Engineering leads must sign off on canary rollback playbooks before traffic cutover.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Cloud Platform Modernization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Strategic initiative to migrate legacy monolithic services to cloud-native microservices.</a:t>
            </a:r>
          </a:p>
          <a:p>
            <a:pPr/>
            <a:r>
              <a:t>Primary goals: 99.99% system availability, sub-100ms P99 latency, and automated disaster recovery.</a:t>
            </a:r>
          </a:p>
          <a:p>
            <a:pPr/>
            <a:r>
              <a:t>Target infrastructure: Kubernetes clusters deployed on AWS with multi-region replication.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Microservices Architecture &amp; API Gateway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Service isolation: Independent deployments per bounded business context.</a:t>
            </a:r>
          </a:p>
          <a:p>
            <a:pPr/>
            <a:r>
              <a:t>API Gateway handles TLS termination, rate limiting, and centralized JWT validation.</a:t>
            </a:r>
          </a:p>
          <a:p>
            <a:pPr/>
            <a:r>
              <a:t>Event-driven asynchronous messaging managed by Apache Kafka.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SLA &amp; Performance Benchmarks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P50 Read Latency: 12ms (Target: &lt; 20ms)</a:t>
            </a:r>
          </a:p>
          <a:p>
            <a:pPr/>
            <a:r>
              <a:t>P99 Read Latency: 48ms (Target: &lt; 100ms)</a:t>
            </a:r>
          </a:p>
          <a:p>
            <a:pPr/>
            <a:r>
              <a:t>Database Query Throughput: 14,500 operations per second</a:t>
            </a:r>
          </a:p>
          <a:p>
            <a:pPr/>
            <a:r>
              <a:t>Mean Time to Recovery (MTTR): Reduced from 45 minutes to 4.2 minutes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Compliance 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Zero-Trust network access with Mutual TLS (mTLS) between all internal services.</a:t>
            </a:r>
          </a:p>
          <a:p>
            <a:pPr/>
            <a:r>
              <a:t>SOC2 Type II and ISO 27001 compliance standards enforced in CI/CD pipeline.</a:t>
            </a:r>
          </a:p>
          <a:p>
            <a:pPr/>
            <a:r>
              <a:t>Automated static code analysis and dependency vulnerability scanning.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Phase 1: Complete staging migration by November 15th.</a:t>
            </a:r>
          </a:p>
          <a:p>
            <a:pPr/>
            <a:r>
              <a:t>Phase 2: Gradual 10% canary traffic rollout for payment processing service.</a:t>
            </a:r>
          </a:p>
          <a:p>
            <a:pPr/>
            <a:r>
              <a:t>Phase 3: Full decommission of on-premise hardware by Q1 next year.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